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Quatta architecture diagram: High-Level Quatta Architecture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Quatta architecture diagram: Connector Layer 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Quatta architecture diagram: Retrieval + RAG 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Quatta architecture diagram: Inventory Agent 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Quatta architecture diagram: Claims Agent 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onke\Documents\Quatta-AI\exports\01-high-level-quatta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onke\Documents\Quatta-AI\exports\02-connector-layer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onke\Documents\Quatta-AI\exports\03-retrieval-rag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onke\Documents\Quatta-AI\exports\04-inventory-agent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onke\Documents\Quatta-AI\exports\05-claims-agent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Quatta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Quatta Core AI Architecture Visuals</dc:title>
  <dc:subject>Core AI architecture for Quatta</dc:subject>
  <dc:creator>Quatta</dc:creator>
  <cp:lastModifiedBy>Quatta</cp:lastModifiedBy>
  <cp:revision>1</cp:revision>
  <dcterms:created xsi:type="dcterms:W3CDTF">2026-05-26T16:47:02Z</dcterms:created>
  <dcterms:modified xsi:type="dcterms:W3CDTF">2026-05-26T16:47:02Z</dcterms:modified>
</cp:coreProperties>
</file>