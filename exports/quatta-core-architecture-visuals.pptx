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High-Level Quatta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Connector Layer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Retrieval + RAG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Inventory Agent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Claims Agent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1-high-level-quatta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2-connector-layer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3-retrieval-rag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4-inventory-age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5-claims-age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Quatta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Quatta Core AI Architecture Visuals</dc:title>
  <dc:subject>Core AI architecture for Quatta</dc:subject>
  <dc:creator>Quatta</dc:creator>
  <cp:lastModifiedBy>Quatta</cp:lastModifiedBy>
  <cp:revision>1</cp:revision>
  <dcterms:created xsi:type="dcterms:W3CDTF">2026-05-26T17:13:48Z</dcterms:created>
  <dcterms:modified xsi:type="dcterms:W3CDTF">2026-05-26T17:13:48Z</dcterms:modified>
</cp:coreProperties>
</file>